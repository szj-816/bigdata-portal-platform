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097280"/>
            <a:ext cx="4572000" cy="36576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  讯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Zhixun Big Data Portal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3840480"/>
            <a:ext cx="3657600" cy="27432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1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大数据实时科技资讯聚合平台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项目设计报告  |  2026年6月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  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背景、目标、技术选型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系统架构设计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总体架构、模块划分、数据流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数据库设计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MySQL、ClickHouse、Kudu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703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功能模块设计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用户端、后台管理、大数据、移动端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1168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核心代码实现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1168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后端、前端、大数据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074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01168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系统测试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1168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功能、性能、兼容性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5760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011680" y="5760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116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项目成果、未来规划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项目概述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2176272"/>
            <a:ext cx="228600" cy="228600"/>
          </a:xfrm>
          <a:prstGeom prst="ellipse">
            <a:avLst/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信息爆炸时代，科技资讯分散在各大网站，用户需要频繁切换多个平台获取信息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953512"/>
            <a:ext cx="228600" cy="228600"/>
          </a:xfrm>
          <a:prstGeom prst="ellipse">
            <a:avLst/>
          </a:prstGeom>
          <a:solidFill>
            <a:srgbClr val="4FACFE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传统资讯平台缺乏智能化处理，无法实现个性化推荐和智能摘要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730752"/>
            <a:ext cx="228600" cy="228600"/>
          </a:xfrm>
          <a:prstGeom prst="ellipse">
            <a:avLst/>
          </a:prstGeom>
          <a:solidFill>
            <a:srgbClr val="4FACFE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大数据技术日趋成熟，为实时采集、智能分析提供了技术基础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507992"/>
            <a:ext cx="228600" cy="228600"/>
          </a:xfrm>
          <a:prstGeom prst="ellipse">
            <a:avLst/>
          </a:prstGeom>
          <a:solidFill>
            <a:srgbClr val="4FACFE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4434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移动端需求增长，需要多端适配（Web、Android、HarmonyOS）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项目概述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项目目标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多源聚合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整合10+科技频道资讯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RSS实时采集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210312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AI赋能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3840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NVIDIA NIM API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智能摘要生成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210312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大数据分析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0" y="3840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Kafka+Flink实时计算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ClickHouse即席查询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92640" y="210312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69264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多端适配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75520" y="3840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 + Android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HarmonyOS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项目概述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94360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展示层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Vue3 + Vite / Element Plus / Kotlin / ArkTS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多端适配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Spring Boot 2.7 + MyBatis + JWT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多模块Maven架构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MySQL 8.0 / ClickHouse / Kudu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业务+分析双存储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Kafka + Zookeeper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行为数据流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计算层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Flink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实时流式处理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NVIDIA NIM API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智能摘要生成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Docker Compose + Nginx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一键容器化部署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系统架构设计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总体架构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Vue3前端  |  Android  |  HarmonyOS  |  Admin后台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2D4A7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17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Boot  |  MyBatis  |  JWT  |  AOP  |  多模块Maven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02336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1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 |  ClickHouse  |  Kudu  |  Redis缓存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502920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5029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基础设施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5029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  |  Flink  |  Zookeeper  |  Docker  |  Nginx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365760" cy="182880"/>
          </a:xfrm>
          <a:prstGeom prst="downArrow">
            <a:avLst/>
          </a:prstGeom>
          <a:solidFill>
            <a:srgbClr val="4FACF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3840480"/>
            <a:ext cx="365760" cy="182880"/>
          </a:xfrm>
          <a:prstGeom prst="downArrow">
            <a:avLst/>
          </a:prstGeom>
          <a:solidFill>
            <a:srgbClr val="4FACF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4846320"/>
            <a:ext cx="365760" cy="182880"/>
          </a:xfrm>
          <a:prstGeom prst="downArrow">
            <a:avLst/>
          </a:prstGeom>
          <a:solidFill>
            <a:srgbClr val="4FACF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系统架构设计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后端多模块架构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公共工具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异常/响应体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210312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2D4A7A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904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框架层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JWT/Security/AOP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10312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系统管理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用户/角色/菜单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18320" y="210312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832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内容运营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文章/频道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480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54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394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用户社区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评论/收藏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49040" y="4480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4754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5394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AI智能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NVIDIA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4480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C4123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754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3680" y="5394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数据统计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ClickHouse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18320" y="4480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0" y="4754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0" y="5394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启动模块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配置入口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系统架构设计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数据流架构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RSS采集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定时抓取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多源资讯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3474720"/>
            <a:ext cx="228600" cy="274320"/>
          </a:xfrm>
          <a:prstGeom prst="rightArrow">
            <a:avLst/>
          </a:prstGeom>
          <a:solidFill>
            <a:srgbClr val="4FACFE"/>
          </a:solidFill>
          <a:ln/>
        </p:spPr>
      </p:sp>
      <p:sp>
        <p:nvSpPr>
          <p:cNvPr id="10" name="Shape 8"/>
          <p:cNvSpPr/>
          <p:nvPr/>
        </p:nvSpPr>
        <p:spPr>
          <a:xfrm>
            <a:off x="265176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2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业务数据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结构化存储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3474720"/>
            <a:ext cx="228600" cy="274320"/>
          </a:xfrm>
          <a:prstGeom prst="rightArrow">
            <a:avLst/>
          </a:prstGeom>
          <a:solidFill>
            <a:srgbClr val="4FACF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1A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消息队列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行为数据流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3474720"/>
            <a:ext cx="228600" cy="274320"/>
          </a:xfrm>
          <a:prstGeom prst="rightArrow">
            <a:avLst/>
          </a:prstGeom>
          <a:solidFill>
            <a:srgbClr val="4FACF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实时计算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流式处理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3474720"/>
            <a:ext cx="228600" cy="274320"/>
          </a:xfrm>
          <a:prstGeom prst="rightArrow">
            <a:avLst/>
          </a:prstGeom>
          <a:solidFill>
            <a:srgbClr val="4FACF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ClickHouse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实时分析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即席查询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104120" y="3474720"/>
            <a:ext cx="228600" cy="274320"/>
          </a:xfrm>
          <a:prstGeom prst="rightArrow">
            <a:avLst/>
          </a:prstGeom>
          <a:solidFill>
            <a:srgbClr val="4FACF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32720" y="256032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033272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3272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统计报表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数据大屏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数据库设计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371600"/>
            <a:ext cx="4114800" cy="5029200"/>
          </a:xfrm>
          <a:prstGeom prst="roundRect">
            <a:avLst>
              <a:gd name="adj" fmla="val 2222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8.0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sys_user 用户表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sys_role 角色表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sys_menu 菜单表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 新闻表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 评论表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4846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user_favorite 收藏表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user_behavior 行为表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37160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463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ClickHouse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user_behavior_log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行为日志表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pv_uv_daily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PV/UV统计表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438912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4480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Kudu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5120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news_archive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新闻归档表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功能模块设计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用户端功能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2926080"/>
            <a:ext cx="14630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0896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频道导航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新闻列表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热门推荐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2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频道页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2926080"/>
            <a:ext cx="14630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10896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10大科技频道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分类浏览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AI/大数据/云计算...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21031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1A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新闻详情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0" y="2926080"/>
            <a:ext cx="14630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310896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内容展示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AI摘要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相关推荐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评论区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21031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搜索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46720" y="2926080"/>
            <a:ext cx="14630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310896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全文搜索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关键词高亮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历史记录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0" y="210312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个人中心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332720" y="2926080"/>
            <a:ext cx="14630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0" y="310896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登录注册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收藏管理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浏览历史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功能模块设计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后台管理功能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11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4FACFE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560320"/>
            <a:ext cx="2011680" cy="182880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仪表盘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用户统计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PV/UV趋势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文章统计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4434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AI调用次数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0116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2011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2D4A7A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2560320"/>
            <a:ext cx="2011680" cy="18288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系统管理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用户管理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角色管理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菜单权限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4434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字典配置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20116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0" y="2011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1A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0" y="2560320"/>
            <a:ext cx="2011680" cy="1828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内容运营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文章管理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频道管理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内容审核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4434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RSS源配置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20116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0" y="2011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0" y="2560320"/>
            <a:ext cx="201168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AI服务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95528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模型配置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API密钥管理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摘要生成测试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55280" y="4434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调用统计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058400" y="2011680"/>
            <a:ext cx="2011680" cy="438912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58400" y="2011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0" y="2560320"/>
            <a:ext cx="20116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数据统计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24128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行为分析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24128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热门文章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24128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频道分布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241280" y="4434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实时监控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核心代码实现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统一响应体 R&lt;T&gt;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6400800" cy="41148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R&lt;T&gt;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code;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msg;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T data;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&lt;T&gt; R&lt;T&gt; ok(T data)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R&lt;T&gt; r = new R&lt;&gt;();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r.code = 200;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r.msg = "success";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r.data = data;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&lt;T&gt; R&lt;T&gt; fail(String msg)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R&lt;T&gt; r = new R&lt;&gt;();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r.code = 500;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r.msg = msg;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JWT认证过滤器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0" y="1920240"/>
            <a:ext cx="4572000" cy="41148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JwtAuthenticationFilter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OncePerRequestFilter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void doFilterInternal(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HttpServletRequest request,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HttpServletResponse response,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FilterChain chain)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token = request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.getHeader("Authorization");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(token != null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token.startsWith("Bearer "))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验证JWT并设置认证信息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Claims claims = jwtUtil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.parseToken(token.substring(7));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设置SecurityContext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chain.doFilter(request, response);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核心代码实现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 行为数据生产者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5943600" cy="32004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BehaviorProducer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KafkaTemplate&lt;String, String&gt; kafka;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sendBehavior(BehaviorEvent event)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json = JSON.toJSONString(event);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kafka.send("user-behavior",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event.getUserId().toString(), json);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 流式处理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1920240"/>
            <a:ext cx="5029200" cy="41148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UserBehaviorAnalysis {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StreamExecutionEnvironment env =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StreamExecutionEnvironment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.getExecutionEnvironment();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DataStream&lt;String&gt; stream = env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.addSource(new FlinkKafkaConsumer&lt;&gt;(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"user-behavior",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SimpleStringSchema(),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kafkaProps));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实时统计PV/UV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stream.keyBy(event -&gt; event.channel)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.window(TumblingProcessingTimeWindows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.of(Time.minutes(5)))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.aggregate(new PvUvAggregator());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 系统测试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4592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459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4FACF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94560"/>
            <a:ext cx="3474720" cy="182880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45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功能测试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用户注册/登录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新闻浏览与搜索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后台管理CRUD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AI摘要生成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评论与收藏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6459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2D4A7A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194560"/>
            <a:ext cx="3474720" cy="18288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645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性能测试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接口响应 &lt; 200ms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并发 500 QPS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ClickHouse查询 &lt; 100ms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Kafka吞吐量 10K/s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95360" y="164592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459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8595360" y="2194560"/>
            <a:ext cx="347472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1645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兼容性测试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6968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Chrome/Firefox/Safari/Edge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68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移动端响应式适配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6968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Android 8.0+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69680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HarmonyOS 4.0+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 总结与展望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项目总结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194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完成科技资讯聚合平台全栈开发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实现大数据实时采集、处理、分析闭环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474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AI赋能内容生产，智能摘要生成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4114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多端适配：Web + Android + HarmonyOS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4754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Docker Compose 一键部署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未来展望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2194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个性化推荐算法优化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2834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更多数据源接入（API/爬虫）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3474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实时数据大屏可视化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4114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国际化多语言支持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AC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0" y="4572000"/>
            <a:ext cx="3657600" cy="27432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智讯 - 大数据实时科技资讯聚合平台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4FACF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智讯 - 大数据实时科技资讯聚合平台</dc:title>
  <dc:subject>PptxGenJS Presentation</dc:subject>
  <dc:creator>智讯团队</dc:creator>
  <cp:lastModifiedBy>智讯团队</cp:lastModifiedBy>
  <cp:revision>1</cp:revision>
  <dcterms:created xsi:type="dcterms:W3CDTF">2026-06-07T05:58:49Z</dcterms:created>
  <dcterms:modified xsi:type="dcterms:W3CDTF">2026-06-07T05:58:49Z</dcterms:modified>
</cp:coreProperties>
</file>